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avenPr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67722b88e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67722b88e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67722b88e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67722b88e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66e9f94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66e9f94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67722b88e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67722b88e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66e9f94d1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66e9f94d1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66e9f94d1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66e9f94d1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66e9f94d1_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66e9f94d1_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67722b88e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67722b88e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66e9f94d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66e9f94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66e9f94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66e9f94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466e9f94d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466e9f94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466e9f94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466e9f94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466e9f9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466e9f9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590225" y="6988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 in Liver Cases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Abbas, Sam, Ankur, Sai, Haider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316500" y="189950"/>
            <a:ext cx="4255500" cy="12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648650" y="1426550"/>
            <a:ext cx="7314900" cy="31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Outline: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-What was our agenda: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 1) finding NA values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 2) imputation techniques for missing values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 3) preprocessing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 4) setting up the predictive model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-Problem statement: </a:t>
            </a:r>
            <a:r>
              <a:rPr lang="en" sz="2400"/>
              <a:t> How to keep the patient in longer to avoid  readmission.</a:t>
            </a:r>
            <a:endParaRPr sz="2400"/>
          </a:p>
        </p:txBody>
      </p:sp>
      <p:sp>
        <p:nvSpPr>
          <p:cNvPr id="285" name="Google Shape;285;p14"/>
          <p:cNvSpPr txBox="1"/>
          <p:nvPr/>
        </p:nvSpPr>
        <p:spPr>
          <a:xfrm>
            <a:off x="5757225" y="394525"/>
            <a:ext cx="73413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/>
        </p:nvSpPr>
        <p:spPr>
          <a:xfrm>
            <a:off x="306850" y="716000"/>
            <a:ext cx="73413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558225" y="15725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 sz="2400">
                <a:solidFill>
                  <a:srgbClr val="FFFFFF"/>
                </a:solidFill>
              </a:rPr>
              <a:t>21 unique VisitLinks of patients</a:t>
            </a:r>
            <a:endParaRPr sz="2400"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 sz="2400">
                <a:solidFill>
                  <a:srgbClr val="FFFFFF"/>
                </a:solidFill>
              </a:rPr>
              <a:t>51 patients had disrupted data; their first visit was counted as readmitted</a:t>
            </a:r>
            <a:endParaRPr sz="2400"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 sz="2400">
                <a:solidFill>
                  <a:srgbClr val="FFFFFF"/>
                </a:solidFill>
              </a:rPr>
              <a:t>DATA ERRORS 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92" name="Google Shape;292;p15"/>
          <p:cNvSpPr txBox="1"/>
          <p:nvPr>
            <p:ph type="title"/>
          </p:nvPr>
        </p:nvSpPr>
        <p:spPr>
          <a:xfrm>
            <a:off x="1388625" y="231500"/>
            <a:ext cx="6366900" cy="13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Clean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433825" y="388500"/>
            <a:ext cx="8056200" cy="3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CLEANING</a:t>
            </a:r>
            <a:endParaRPr sz="4800"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483875" y="816000"/>
            <a:ext cx="8439900" cy="4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There are lot of blank values about 20,258 sorted in about 8000 rows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Column RACE (Categorical Variable) for location of patients 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“6” is given for others so for all the blanks(NA) is mentioned as 6(others)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In few of the columns it is given in character and  changed them to numeric to perform the model 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Performed machine learning algorithm to find out the best significant columns  </a:t>
            </a:r>
            <a:r>
              <a:rPr lang="en"/>
              <a:t>   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056750" y="583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</a:t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 rotWithShape="1">
          <a:blip r:embed="rId3">
            <a:alphaModFix/>
          </a:blip>
          <a:srcRect b="0" l="0" r="44845" t="0"/>
          <a:stretch/>
        </p:blipFill>
        <p:spPr>
          <a:xfrm>
            <a:off x="2000250" y="1356525"/>
            <a:ext cx="5143501" cy="3382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0"/>
            <a:ext cx="8722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75" y="0"/>
            <a:ext cx="857980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50" y="0"/>
            <a:ext cx="83784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>
            <p:ph type="title"/>
          </p:nvPr>
        </p:nvSpPr>
        <p:spPr>
          <a:xfrm>
            <a:off x="1224600" y="3917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</a:t>
            </a:r>
            <a:endParaRPr sz="2400"/>
          </a:p>
        </p:txBody>
      </p:sp>
      <p:pic>
        <p:nvPicPr>
          <p:cNvPr id="330" name="Google Shape;3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24" y="1158750"/>
            <a:ext cx="6485799" cy="3908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 txBox="1"/>
          <p:nvPr/>
        </p:nvSpPr>
        <p:spPr>
          <a:xfrm>
            <a:off x="1802700" y="4296000"/>
            <a:ext cx="73413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6910500" y="1391050"/>
            <a:ext cx="23922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All ages: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Min: 18.00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1st Qu.: 58.76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Median: 60.00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Mean: 58.76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3rd Qu.: 69.00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aven Pro"/>
                <a:ea typeface="Maven Pro"/>
                <a:cs typeface="Maven Pro"/>
                <a:sym typeface="Maven Pro"/>
              </a:rPr>
              <a:t>Max: 112.00</a:t>
            </a:r>
            <a:endParaRPr sz="1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96625" y="1642100"/>
            <a:ext cx="7138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READMIT =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ctrTitle"/>
          </p:nvPr>
        </p:nvSpPr>
        <p:spPr>
          <a:xfrm>
            <a:off x="824000" y="2009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Built</a:t>
            </a:r>
            <a:endParaRPr/>
          </a:p>
        </p:txBody>
      </p:sp>
      <p:sp>
        <p:nvSpPr>
          <p:cNvPr id="339" name="Google Shape;339;p22"/>
          <p:cNvSpPr txBox="1"/>
          <p:nvPr>
            <p:ph idx="1" type="subTitle"/>
          </p:nvPr>
        </p:nvSpPr>
        <p:spPr>
          <a:xfrm>
            <a:off x="824000" y="1902400"/>
            <a:ext cx="58194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Preprocessing the Data before filtering and modeling.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Filtered the data according to the correlation plots and trends.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Models to check their accuracy with the data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Demographics</a:t>
            </a:r>
            <a:endParaRPr/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00" y="1737875"/>
            <a:ext cx="5282258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3"/>
          <p:cNvSpPr txBox="1"/>
          <p:nvPr/>
        </p:nvSpPr>
        <p:spPr>
          <a:xfrm>
            <a:off x="6060700" y="1852825"/>
            <a:ext cx="25035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‘LOS’ Graphs to check for the histogram skewness.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2575"/>
            <a:ext cx="5040725" cy="3408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4"/>
          <p:cNvSpPr txBox="1"/>
          <p:nvPr/>
        </p:nvSpPr>
        <p:spPr>
          <a:xfrm>
            <a:off x="5763250" y="861300"/>
            <a:ext cx="2862900" cy="2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After filtering the ‘LOS’ to reduce the skewness so we can achieve a better accuracy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5624"/>
            <a:ext cx="8839199" cy="31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1536900" y="278775"/>
            <a:ext cx="61473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multiple regression model to check how the data reacts to it and check for each one’s accuracy and the mean square error.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Considered OLS, Lasso, Adaboost, Gradient Boosting, RFE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New_LOS column is the predicted column.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Model Lasso Regression predicted the data with 57% accuracy.</a:t>
            </a:r>
            <a:endParaRPr sz="2000"/>
          </a:p>
        </p:txBody>
      </p:sp>
      <p:pic>
        <p:nvPicPr>
          <p:cNvPr id="364" name="Google Shape;3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99183" cy="168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